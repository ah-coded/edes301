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Alexandria"/>
      <p:regular r:id="rId10"/>
      <p:bold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2" roundtripDataSignature="AMtx7mhrWrwajUrHjSjmGijldMC61Inf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lexandria-bold.fntdata"/><Relationship Id="rId10" Type="http://schemas.openxmlformats.org/officeDocument/2006/relationships/font" Target="fonts/Alexandria-regular.fntdata"/><Relationship Id="rId12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db988b6fd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db988b6f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db988b6fde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db988b6fde_0_6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g3db988b6fde_0_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8"/>
          <p:cNvGrpSpPr/>
          <p:nvPr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9" name="Google Shape;69;p8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0" name="Google Shape;70;p8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" name="Google Shape;71;p8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" name="Google Shape;72;p8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" name="Google Shape;73;p8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" name="Google Shape;74;p8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5" name="Google Shape;75;p8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6" name="Google Shape;76;p8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7" name="Google Shape;77;p8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8" name="Google Shape;78;p8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9" name="Google Shape;79;p8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0" name="Google Shape;80;p8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" name="Google Shape;81;p8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2" name="Google Shape;82;p8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3" name="Google Shape;83;p8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" name="Google Shape;84;p8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85" name="Google Shape;85;p8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86" name="Google Shape;86;p8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7" name="Google Shape;87;p8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8" name="Google Shape;88;p8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9" name="Google Shape;89;p8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0" name="Google Shape;90;p8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91" name="Google Shape;91;p8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92" name="Google Shape;92;p8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3" name="Google Shape;93;p8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4" name="Google Shape;94;p8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5" name="Google Shape;95;p8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6" name="Google Shape;96;p8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97" name="Google Shape;97;p8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8" name="Google Shape;98;p8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9" name="Google Shape;99;p8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0" name="Google Shape;100;p8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1" name="Google Shape;101;p8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02" name="Google Shape;102;p8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03" name="Google Shape;103;p8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4" name="Google Shape;104;p8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5" name="Google Shape;105;p8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6" name="Google Shape;106;p8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7" name="Google Shape;107;p8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08" name="Google Shape;108;p8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09" name="Google Shape;109;p8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0" name="Google Shape;110;p8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1" name="Google Shape;111;p8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2" name="Google Shape;112;p8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3" name="Google Shape;113;p8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14" name="Google Shape;114;p8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5" name="Google Shape;115;p8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6" name="Google Shape;116;p8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7" name="Google Shape;117;p8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8" name="Google Shape;118;p8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119" name="Google Shape;119;p8"/>
          <p:cNvSpPr txBox="1"/>
          <p:nvPr>
            <p:ph type="ctrTitle"/>
          </p:nvPr>
        </p:nvSpPr>
        <p:spPr>
          <a:xfrm>
            <a:off x="1293845" y="1909346"/>
            <a:ext cx="960431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sz="8000" cap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8"/>
          <p:cNvSpPr txBox="1"/>
          <p:nvPr>
            <p:ph idx="1" type="subTitle"/>
          </p:nvPr>
        </p:nvSpPr>
        <p:spPr>
          <a:xfrm>
            <a:off x="1293845" y="5432564"/>
            <a:ext cx="960431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0" sz="2000">
                <a:solidFill>
                  <a:srgbClr val="266F8B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21" name="Google Shape;121;p8"/>
          <p:cNvCxnSpPr/>
          <p:nvPr/>
        </p:nvCxnSpPr>
        <p:spPr>
          <a:xfrm>
            <a:off x="1295400" y="5294175"/>
            <a:ext cx="9601200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 txBox="1"/>
          <p:nvPr>
            <p:ph type="title"/>
          </p:nvPr>
        </p:nvSpPr>
        <p:spPr>
          <a:xfrm>
            <a:off x="609600" y="228600"/>
            <a:ext cx="10972800" cy="9144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9"/>
          <p:cNvSpPr txBox="1"/>
          <p:nvPr>
            <p:ph idx="1" type="body"/>
          </p:nvPr>
        </p:nvSpPr>
        <p:spPr>
          <a:xfrm>
            <a:off x="609600" y="1295400"/>
            <a:ext cx="10972800" cy="4724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5" name="Google Shape;125;p9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9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9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gradFill>
          <a:gsLst>
            <a:gs pos="0">
              <a:schemeClr val="accent1"/>
            </a:gs>
            <a:gs pos="97000">
              <a:srgbClr val="297694"/>
            </a:gs>
            <a:gs pos="100000">
              <a:srgbClr val="297694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10"/>
          <p:cNvGrpSpPr/>
          <p:nvPr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30" name="Google Shape;130;p10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1" name="Google Shape;131;p10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2" name="Google Shape;132;p10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3" name="Google Shape;133;p10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4" name="Google Shape;134;p10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5" name="Google Shape;135;p10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6" name="Google Shape;136;p10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7" name="Google Shape;137;p10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8" name="Google Shape;138;p10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9" name="Google Shape;139;p10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0" name="Google Shape;140;p10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1" name="Google Shape;141;p10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2" name="Google Shape;142;p10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3" name="Google Shape;143;p10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4" name="Google Shape;144;p10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5" name="Google Shape;145;p10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46" name="Google Shape;146;p10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47" name="Google Shape;147;p10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8" name="Google Shape;148;p10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9" name="Google Shape;149;p10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0" name="Google Shape;150;p10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1" name="Google Shape;151;p10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52" name="Google Shape;152;p10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53" name="Google Shape;153;p10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4" name="Google Shape;154;p10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5" name="Google Shape;155;p10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6" name="Google Shape;156;p10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7" name="Google Shape;157;p10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58" name="Google Shape;158;p10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9" name="Google Shape;159;p10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0" name="Google Shape;160;p10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1" name="Google Shape;161;p10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2" name="Google Shape;162;p10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63" name="Google Shape;163;p10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64" name="Google Shape;164;p10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5" name="Google Shape;165;p10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6" name="Google Shape;166;p10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7" name="Google Shape;167;p10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8" name="Google Shape;168;p10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69" name="Google Shape;169;p10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70" name="Google Shape;170;p10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1" name="Google Shape;171;p10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2" name="Google Shape;172;p10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3" name="Google Shape;173;p10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4" name="Google Shape;174;p10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75" name="Google Shape;175;p10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6" name="Google Shape;176;p10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7" name="Google Shape;177;p10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8" name="Google Shape;178;p10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9" name="Google Shape;179;p10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180" name="Google Shape;180;p10"/>
          <p:cNvSpPr txBox="1"/>
          <p:nvPr>
            <p:ph type="title"/>
          </p:nvPr>
        </p:nvSpPr>
        <p:spPr>
          <a:xfrm>
            <a:off x="1295400" y="2541573"/>
            <a:ext cx="9601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10"/>
          <p:cNvSpPr txBox="1"/>
          <p:nvPr>
            <p:ph idx="1" type="body"/>
          </p:nvPr>
        </p:nvSpPr>
        <p:spPr>
          <a:xfrm>
            <a:off x="1295400" y="5431536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0"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82" name="Google Shape;182;p10"/>
          <p:cNvCxnSpPr/>
          <p:nvPr/>
        </p:nvCxnSpPr>
        <p:spPr>
          <a:xfrm>
            <a:off x="1295400" y="5294175"/>
            <a:ext cx="96012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11"/>
          <p:cNvSpPr txBox="1"/>
          <p:nvPr>
            <p:ph idx="1" type="body"/>
          </p:nvPr>
        </p:nvSpPr>
        <p:spPr>
          <a:xfrm>
            <a:off x="1295400" y="1981199"/>
            <a:ext cx="4572000" cy="3810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6" name="Google Shape;186;p11"/>
          <p:cNvSpPr txBox="1"/>
          <p:nvPr>
            <p:ph idx="2" type="body"/>
          </p:nvPr>
        </p:nvSpPr>
        <p:spPr>
          <a:xfrm>
            <a:off x="6324600" y="1981199"/>
            <a:ext cx="4572000" cy="3810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7" name="Google Shape;187;p11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1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11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2"/>
          <p:cNvSpPr txBox="1"/>
          <p:nvPr>
            <p:ph idx="1" type="body"/>
          </p:nvPr>
        </p:nvSpPr>
        <p:spPr>
          <a:xfrm>
            <a:off x="1295400" y="1818322"/>
            <a:ext cx="45720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0" sz="20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3" name="Google Shape;193;p12"/>
          <p:cNvSpPr txBox="1"/>
          <p:nvPr>
            <p:ph idx="2" type="body"/>
          </p:nvPr>
        </p:nvSpPr>
        <p:spPr>
          <a:xfrm>
            <a:off x="1295400" y="2503713"/>
            <a:ext cx="4572000" cy="3287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5pPr>
            <a:lvl6pPr indent="-3302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94" name="Google Shape;194;p12"/>
          <p:cNvSpPr txBox="1"/>
          <p:nvPr>
            <p:ph idx="3" type="body"/>
          </p:nvPr>
        </p:nvSpPr>
        <p:spPr>
          <a:xfrm>
            <a:off x="6324600" y="1818322"/>
            <a:ext cx="45720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0" sz="20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5" name="Google Shape;195;p12"/>
          <p:cNvSpPr txBox="1"/>
          <p:nvPr>
            <p:ph idx="4" type="body"/>
          </p:nvPr>
        </p:nvSpPr>
        <p:spPr>
          <a:xfrm>
            <a:off x="6324600" y="2503713"/>
            <a:ext cx="4572000" cy="3287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5pPr>
            <a:lvl6pPr indent="-3302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96" name="Google Shape;196;p12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2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12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3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3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3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14"/>
          <p:cNvGrpSpPr/>
          <p:nvPr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206" name="Google Shape;206;p14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7" name="Google Shape;207;p14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8" name="Google Shape;208;p14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9" name="Google Shape;209;p14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" name="Google Shape;210;p14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1" name="Google Shape;211;p14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2" name="Google Shape;212;p14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3" name="Google Shape;213;p14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4" name="Google Shape;214;p14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5" name="Google Shape;215;p14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6" name="Google Shape;216;p14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7" name="Google Shape;217;p14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8" name="Google Shape;218;p14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9" name="Google Shape;219;p14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0" name="Google Shape;220;p14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1" name="Google Shape;221;p14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22" name="Google Shape;222;p14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223" name="Google Shape;223;p14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4" name="Google Shape;224;p14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5" name="Google Shape;225;p14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6" name="Google Shape;226;p14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7" name="Google Shape;227;p14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228" name="Google Shape;228;p14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29" name="Google Shape;229;p14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30" name="Google Shape;230;p14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31" name="Google Shape;231;p14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32" name="Google Shape;232;p14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33" name="Google Shape;233;p14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34" name="Google Shape;234;p14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5" name="Google Shape;235;p14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6" name="Google Shape;236;p14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7" name="Google Shape;237;p14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8" name="Google Shape;238;p14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39" name="Google Shape;239;p14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40" name="Google Shape;240;p14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1" name="Google Shape;241;p14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2" name="Google Shape;242;p14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3" name="Google Shape;243;p14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4" name="Google Shape;244;p14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245" name="Google Shape;245;p14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46" name="Google Shape;246;p14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47" name="Google Shape;247;p14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48" name="Google Shape;248;p14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49" name="Google Shape;249;p14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0" name="Google Shape;250;p14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51" name="Google Shape;251;p14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2" name="Google Shape;252;p14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3" name="Google Shape;253;p14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4" name="Google Shape;254;p14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5" name="Google Shape;255;p14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256" name="Google Shape;256;p14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14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14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bg>
      <p:bgPr>
        <a:gradFill>
          <a:gsLst>
            <a:gs pos="0">
              <a:schemeClr val="accent1"/>
            </a:gs>
            <a:gs pos="100000">
              <a:srgbClr val="297694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Google Shape;260;p15"/>
          <p:cNvGrpSpPr/>
          <p:nvPr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261" name="Google Shape;261;p15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2" name="Google Shape;262;p15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3" name="Google Shape;263;p15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4" name="Google Shape;264;p15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5" name="Google Shape;265;p15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6" name="Google Shape;266;p15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7" name="Google Shape;267;p15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8" name="Google Shape;268;p15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9" name="Google Shape;269;p15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0" name="Google Shape;270;p15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" name="Google Shape;271;p15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2" name="Google Shape;272;p15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3" name="Google Shape;273;p15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4" name="Google Shape;274;p15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5" name="Google Shape;275;p15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6" name="Google Shape;276;p15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77" name="Google Shape;277;p15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278" name="Google Shape;278;p15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9" name="Google Shape;279;p15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80" name="Google Shape;280;p15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81" name="Google Shape;281;p15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82" name="Google Shape;282;p15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283" name="Google Shape;283;p15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84" name="Google Shape;284;p15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85" name="Google Shape;285;p15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86" name="Google Shape;286;p15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87" name="Google Shape;287;p15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88" name="Google Shape;288;p15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89" name="Google Shape;289;p15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0" name="Google Shape;290;p15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1" name="Google Shape;291;p15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2" name="Google Shape;292;p15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3" name="Google Shape;293;p15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94" name="Google Shape;294;p15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95" name="Google Shape;295;p15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6" name="Google Shape;296;p15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7" name="Google Shape;297;p15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8" name="Google Shape;298;p15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9" name="Google Shape;299;p15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00" name="Google Shape;300;p15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01" name="Google Shape;301;p15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02" name="Google Shape;302;p15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03" name="Google Shape;303;p15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04" name="Google Shape;304;p15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05" name="Google Shape;305;p15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06" name="Google Shape;306;p15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7" name="Google Shape;307;p15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8" name="Google Shape;308;p15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9" name="Google Shape;309;p15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10" name="Google Shape;310;p15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311" name="Google Shape;311;p15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0">
                <a:schemeClr val="lt1"/>
              </a:gs>
              <a:gs pos="69000">
                <a:schemeClr val="lt1"/>
              </a:gs>
              <a:gs pos="100000">
                <a:srgbClr val="F2F2F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5"/>
          <p:cNvSpPr txBox="1"/>
          <p:nvPr>
            <p:ph type="title"/>
          </p:nvPr>
        </p:nvSpPr>
        <p:spPr>
          <a:xfrm>
            <a:off x="7913152" y="571500"/>
            <a:ext cx="3657600" cy="2197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sz="2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15"/>
          <p:cNvSpPr txBox="1"/>
          <p:nvPr>
            <p:ph idx="1" type="body"/>
          </p:nvPr>
        </p:nvSpPr>
        <p:spPr>
          <a:xfrm>
            <a:off x="543197" y="571500"/>
            <a:ext cx="621792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5pPr>
            <a:lvl6pPr indent="-355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4" name="Google Shape;314;p15"/>
          <p:cNvSpPr txBox="1"/>
          <p:nvPr>
            <p:ph idx="2" type="body"/>
          </p:nvPr>
        </p:nvSpPr>
        <p:spPr>
          <a:xfrm>
            <a:off x="7913152" y="2995012"/>
            <a:ext cx="3657600" cy="22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cxnSp>
        <p:nvCxnSpPr>
          <p:cNvPr id="315" name="Google Shape;315;p15"/>
          <p:cNvCxnSpPr/>
          <p:nvPr/>
        </p:nvCxnSpPr>
        <p:spPr>
          <a:xfrm>
            <a:off x="7923089" y="2895600"/>
            <a:ext cx="3659311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6" name="Google Shape;316;p15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15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15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bg>
      <p:bgPr>
        <a:gradFill>
          <a:gsLst>
            <a:gs pos="0">
              <a:schemeClr val="accent1"/>
            </a:gs>
            <a:gs pos="100000">
              <a:srgbClr val="297694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" name="Google Shape;320;p16"/>
          <p:cNvGrpSpPr/>
          <p:nvPr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321" name="Google Shape;321;p16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2" name="Google Shape;322;p16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3" name="Google Shape;323;p16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4" name="Google Shape;324;p16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5" name="Google Shape;325;p16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6" name="Google Shape;326;p16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7" name="Google Shape;327;p16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8" name="Google Shape;328;p16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9" name="Google Shape;329;p16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0" name="Google Shape;330;p16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1" name="Google Shape;331;p16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2" name="Google Shape;332;p16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3" name="Google Shape;333;p16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4" name="Google Shape;334;p16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5" name="Google Shape;335;p16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6" name="Google Shape;336;p16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337" name="Google Shape;337;p16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338" name="Google Shape;338;p16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9" name="Google Shape;339;p16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" name="Google Shape;340;p16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1" name="Google Shape;341;p16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2" name="Google Shape;342;p16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43" name="Google Shape;343;p16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44" name="Google Shape;344;p16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5" name="Google Shape;345;p16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6" name="Google Shape;346;p16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7" name="Google Shape;347;p16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8" name="Google Shape;348;p16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49" name="Google Shape;349;p16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0" name="Google Shape;350;p16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1" name="Google Shape;351;p16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2" name="Google Shape;352;p16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3" name="Google Shape;353;p16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354" name="Google Shape;354;p16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355" name="Google Shape;355;p16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6" name="Google Shape;356;p16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7" name="Google Shape;357;p16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8" name="Google Shape;358;p16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9" name="Google Shape;359;p16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60" name="Google Shape;360;p16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1" name="Google Shape;361;p16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62" name="Google Shape;362;p16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63" name="Google Shape;363;p16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64" name="Google Shape;364;p16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65" name="Google Shape;365;p16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66" name="Google Shape;366;p16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7" name="Google Shape;367;p16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8" name="Google Shape;368;p16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" name="Google Shape;369;p16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0" name="Google Shape;370;p16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371" name="Google Shape;371;p16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0">
                <a:schemeClr val="lt1"/>
              </a:gs>
              <a:gs pos="69000">
                <a:schemeClr val="lt1"/>
              </a:gs>
              <a:gs pos="100000">
                <a:srgbClr val="F2F2F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2" name="Google Shape;372;p16"/>
          <p:cNvCxnSpPr/>
          <p:nvPr/>
        </p:nvCxnSpPr>
        <p:spPr>
          <a:xfrm>
            <a:off x="7923089" y="2895600"/>
            <a:ext cx="3659311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3" name="Google Shape;373;p16"/>
          <p:cNvSpPr txBox="1"/>
          <p:nvPr>
            <p:ph type="title"/>
          </p:nvPr>
        </p:nvSpPr>
        <p:spPr>
          <a:xfrm>
            <a:off x="7909560" y="576072"/>
            <a:ext cx="36576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sz="2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An empty placeholder to add an image. Click on the placeholder and select the image that you wish to add." id="374" name="Google Shape;374;p16"/>
          <p:cNvSpPr/>
          <p:nvPr>
            <p:ph idx="2" type="pic"/>
          </p:nvPr>
        </p:nvSpPr>
        <p:spPr>
          <a:xfrm>
            <a:off x="4412" y="-159"/>
            <a:ext cx="73152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75" name="Google Shape;375;p16"/>
          <p:cNvSpPr txBox="1"/>
          <p:nvPr>
            <p:ph idx="1" type="body"/>
          </p:nvPr>
        </p:nvSpPr>
        <p:spPr>
          <a:xfrm>
            <a:off x="7909560" y="2999232"/>
            <a:ext cx="3657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7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8" name="Google Shape;378;p17"/>
          <p:cNvSpPr txBox="1"/>
          <p:nvPr>
            <p:ph idx="1" type="body"/>
          </p:nvPr>
        </p:nvSpPr>
        <p:spPr>
          <a:xfrm rot="5400000">
            <a:off x="4191001" y="-914400"/>
            <a:ext cx="3809999" cy="9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79" name="Google Shape;379;p17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0" name="Google Shape;380;p17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17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8"/>
          <p:cNvSpPr txBox="1"/>
          <p:nvPr>
            <p:ph type="title"/>
          </p:nvPr>
        </p:nvSpPr>
        <p:spPr>
          <a:xfrm rot="5400000">
            <a:off x="7402286" y="2296885"/>
            <a:ext cx="5301343" cy="16872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4" name="Google Shape;384;p18"/>
          <p:cNvSpPr txBox="1"/>
          <p:nvPr>
            <p:ph idx="1" type="body"/>
          </p:nvPr>
        </p:nvSpPr>
        <p:spPr>
          <a:xfrm rot="5400000">
            <a:off x="2438400" y="-653144"/>
            <a:ext cx="5301343" cy="75873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18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18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p18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db988b6fde_0_5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g3db988b6fde_0_59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>
              <a:spcBef>
                <a:spcPts val="1800"/>
              </a:spcBef>
              <a:spcAft>
                <a:spcPts val="0"/>
              </a:spcAft>
              <a:buSzPts val="2000"/>
              <a:buChar char="▪"/>
              <a:defRPr/>
            </a:lvl1pPr>
            <a:lvl2pPr indent="-342900" lvl="1" marL="914400">
              <a:spcBef>
                <a:spcPts val="1200"/>
              </a:spcBef>
              <a:spcAft>
                <a:spcPts val="0"/>
              </a:spcAft>
              <a:buSzPts val="1800"/>
              <a:buChar char="▪"/>
              <a:defRPr/>
            </a:lvl2pPr>
            <a:lvl3pPr indent="-330200" lvl="2" marL="1371600">
              <a:spcBef>
                <a:spcPts val="800"/>
              </a:spcBef>
              <a:spcAft>
                <a:spcPts val="0"/>
              </a:spcAft>
              <a:buSzPts val="1600"/>
              <a:buChar char="▪"/>
              <a:defRPr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>
              <a:spcBef>
                <a:spcPts val="600"/>
              </a:spcBef>
              <a:spcAft>
                <a:spcPts val="0"/>
              </a:spcAft>
              <a:buSzPts val="1400"/>
              <a:buChar char="▪"/>
              <a:defRPr/>
            </a:lvl5pPr>
            <a:lvl6pPr indent="-317500" lvl="5" marL="2743200">
              <a:spcBef>
                <a:spcPts val="600"/>
              </a:spcBef>
              <a:spcAft>
                <a:spcPts val="0"/>
              </a:spcAft>
              <a:buSzPts val="1400"/>
              <a:buChar char="▪"/>
              <a:defRPr/>
            </a:lvl6pPr>
            <a:lvl7pPr indent="-317500" lvl="6" marL="3200400">
              <a:spcBef>
                <a:spcPts val="600"/>
              </a:spcBef>
              <a:spcAft>
                <a:spcPts val="0"/>
              </a:spcAft>
              <a:buSzPts val="1400"/>
              <a:buChar char="▪"/>
              <a:defRPr/>
            </a:lvl7pPr>
            <a:lvl8pPr indent="-317500" lvl="7" marL="3657600">
              <a:spcBef>
                <a:spcPts val="600"/>
              </a:spcBef>
              <a:spcAft>
                <a:spcPts val="0"/>
              </a:spcAft>
              <a:buSzPts val="1400"/>
              <a:buChar char="▪"/>
              <a:defRPr/>
            </a:lvl8pPr>
            <a:lvl9pPr indent="-228600" lvl="8" marL="411480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1" name="Google Shape;391;g3db988b6fde_0_5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53000">
              <a:schemeClr val="lt1"/>
            </a:gs>
            <a:gs pos="100000">
              <a:srgbClr val="F2F2F2">
                <a:alpha val="65098"/>
              </a:srgbClr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7"/>
          <p:cNvGrpSpPr/>
          <p:nvPr/>
        </p:nvGrpSpPr>
        <p:grpSpPr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11" name="Google Shape;11;p7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" name="Google Shape;12;p7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" name="Google Shape;13;p7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" name="Google Shape;14;p7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" name="Google Shape;15;p7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" name="Google Shape;16;p7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" name="Google Shape;17;p7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" name="Google Shape;18;p7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" name="Google Shape;19;p7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" name="Google Shape;20;p7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" name="Google Shape;21;p7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" name="Google Shape;22;p7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" name="Google Shape;23;p7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" name="Google Shape;24;p7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" name="Google Shape;25;p7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" name="Google Shape;26;p7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7" name="Google Shape;27;p7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28" name="Google Shape;28;p7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" name="Google Shape;29;p7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" name="Google Shape;30;p7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1" name="Google Shape;31;p7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" name="Google Shape;32;p7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3" name="Google Shape;33;p7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4" name="Google Shape;34;p7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5" name="Google Shape;35;p7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6" name="Google Shape;36;p7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7" name="Google Shape;37;p7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8" name="Google Shape;38;p7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9" name="Google Shape;39;p7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" name="Google Shape;40;p7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" name="Google Shape;41;p7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2" name="Google Shape;42;p7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3" name="Google Shape;43;p7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44" name="Google Shape;44;p7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45" name="Google Shape;45;p7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6" name="Google Shape;46;p7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7" name="Google Shape;47;p7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8" name="Google Shape;48;p7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9" name="Google Shape;49;p7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50" name="Google Shape;50;p7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1" name="Google Shape;51;p7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2" name="Google Shape;52;p7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3" name="Google Shape;53;p7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4" name="Google Shape;54;p7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5" name="Google Shape;55;p7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56" name="Google Shape;56;p7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7" name="Google Shape;57;p7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8" name="Google Shape;58;p7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9" name="Google Shape;59;p7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0" name="Google Shape;60;p7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61" name="Google Shape;61;p7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266F8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2" name="Google Shape;62;p7"/>
          <p:cNvSpPr txBox="1"/>
          <p:nvPr>
            <p:ph idx="1" type="body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266F8B"/>
              </a:buClr>
              <a:buSzPts val="2000"/>
              <a:buFont typeface="Arial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266F8B"/>
              </a:buClr>
              <a:buSzPts val="1800"/>
              <a:buFont typeface="Arial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6F8B"/>
              </a:buClr>
              <a:buSzPts val="1600"/>
              <a:buFont typeface="Arial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6F8B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66F8B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66F8B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66F8B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66F8B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66F8B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63" name="Google Shape;63;p7"/>
          <p:cNvCxnSpPr/>
          <p:nvPr/>
        </p:nvCxnSpPr>
        <p:spPr>
          <a:xfrm>
            <a:off x="609600" y="6172200"/>
            <a:ext cx="10972800" cy="0"/>
          </a:xfrm>
          <a:prstGeom prst="straightConnector1">
            <a:avLst/>
          </a:prstGeom>
          <a:noFill/>
          <a:ln cap="flat" cmpd="sng" w="12700">
            <a:solidFill>
              <a:srgbClr val="266F8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" name="Google Shape;64;p7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7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7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6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"/>
          <p:cNvSpPr txBox="1"/>
          <p:nvPr>
            <p:ph type="ctrTitle"/>
          </p:nvPr>
        </p:nvSpPr>
        <p:spPr>
          <a:xfrm>
            <a:off x="1293844" y="1909346"/>
            <a:ext cx="9907555" cy="3383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sz="6000"/>
              <a:t>EDES 301</a:t>
            </a:r>
            <a:br>
              <a:rPr lang="en-US" sz="6000"/>
            </a:br>
            <a:br>
              <a:rPr lang="en-US"/>
            </a:br>
            <a:r>
              <a:rPr lang="en-US" sz="6000"/>
              <a:t>PCB Project</a:t>
            </a:r>
            <a:endParaRPr/>
          </a:p>
        </p:txBody>
      </p:sp>
      <p:sp>
        <p:nvSpPr>
          <p:cNvPr id="397" name="Google Shape;397;p1"/>
          <p:cNvSpPr txBox="1"/>
          <p:nvPr>
            <p:ph idx="1" type="subTitle"/>
          </p:nvPr>
        </p:nvSpPr>
        <p:spPr>
          <a:xfrm>
            <a:off x="1293845" y="5432564"/>
            <a:ext cx="9604310" cy="1120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Aiden Hwang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Due 05/05/2025 @ 11:59pm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db988b6fde_0_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rPr>
              <a:t>Project Proposal</a:t>
            </a:r>
            <a:endParaRPr>
              <a:solidFill>
                <a:schemeClr val="dk1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403" name="Google Shape;403;g3db988b6fde_0_0"/>
          <p:cNvSpPr txBox="1"/>
          <p:nvPr>
            <p:ph idx="1" type="body"/>
          </p:nvPr>
        </p:nvSpPr>
        <p:spPr>
          <a:xfrm>
            <a:off x="415600" y="1536633"/>
            <a:ext cx="11360700" cy="65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Alexandria"/>
                <a:ea typeface="Alexandria"/>
                <a:cs typeface="Alexandria"/>
                <a:sym typeface="Alexandria"/>
              </a:rPr>
              <a:t>A realistic looking and wifi controlled fpv car.</a:t>
            </a:r>
            <a:endParaRPr>
              <a:solidFill>
                <a:schemeClr val="lt1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404" name="Google Shape;404;g3db988b6fde_0_0"/>
          <p:cNvSpPr txBox="1"/>
          <p:nvPr>
            <p:ph idx="1" type="body"/>
          </p:nvPr>
        </p:nvSpPr>
        <p:spPr>
          <a:xfrm>
            <a:off x="415600" y="2186633"/>
            <a:ext cx="6344700" cy="123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-US">
                <a:latin typeface="Alexandria"/>
                <a:ea typeface="Alexandria"/>
                <a:cs typeface="Alexandria"/>
                <a:sym typeface="Alexandria"/>
              </a:rPr>
              <a:t>3D Printed RC Cars </a:t>
            </a:r>
            <a:endParaRPr>
              <a:latin typeface="Alexandria"/>
              <a:ea typeface="Alexandria"/>
              <a:cs typeface="Alexandria"/>
              <a:sym typeface="Alexandria"/>
            </a:endParaRPr>
          </a:p>
          <a:p>
            <a:pPr indent="-425450" lvl="0" marL="6096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lexandria"/>
              <a:buChar char="▪"/>
            </a:pPr>
            <a:r>
              <a:rPr lang="en-US" sz="1900">
                <a:latin typeface="Alexandria"/>
                <a:ea typeface="Alexandria"/>
                <a:cs typeface="Alexandria"/>
                <a:sym typeface="Alexandria"/>
              </a:rPr>
              <a:t>Missing: Not wifi controlled, use of stock wheels</a:t>
            </a:r>
            <a:endParaRPr sz="1900">
              <a:latin typeface="Alexandria"/>
              <a:ea typeface="Alexandria"/>
              <a:cs typeface="Alexandria"/>
              <a:sym typeface="Alexandria"/>
            </a:endParaRPr>
          </a:p>
        </p:txBody>
      </p:sp>
      <p:pic>
        <p:nvPicPr>
          <p:cNvPr id="405" name="Google Shape;405;g3db988b6fde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5161" y="2366294"/>
            <a:ext cx="2460335" cy="1237367"/>
          </a:xfrm>
          <a:prstGeom prst="rect">
            <a:avLst/>
          </a:prstGeom>
          <a:noFill/>
          <a:ln cap="flat" cmpd="sng" w="5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06" name="Google Shape;406;g3db988b6fde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13764" y="2366300"/>
            <a:ext cx="2262553" cy="1237366"/>
          </a:xfrm>
          <a:prstGeom prst="rect">
            <a:avLst/>
          </a:prstGeom>
          <a:noFill/>
          <a:ln cap="flat" cmpd="sng" w="5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07" name="Google Shape;407;g3db988b6fde_0_0"/>
          <p:cNvSpPr txBox="1"/>
          <p:nvPr>
            <p:ph idx="1" type="body"/>
          </p:nvPr>
        </p:nvSpPr>
        <p:spPr>
          <a:xfrm>
            <a:off x="415600" y="3429000"/>
            <a:ext cx="5024700" cy="123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-US">
                <a:latin typeface="Alexandria"/>
                <a:ea typeface="Alexandria"/>
                <a:cs typeface="Alexandria"/>
                <a:sym typeface="Alexandria"/>
              </a:rPr>
              <a:t>Wifi Controlled Car</a:t>
            </a:r>
            <a:endParaRPr>
              <a:latin typeface="Alexandria"/>
              <a:ea typeface="Alexandria"/>
              <a:cs typeface="Alexandria"/>
              <a:sym typeface="Alexandria"/>
            </a:endParaRPr>
          </a:p>
          <a:p>
            <a:pPr indent="-425450" lvl="0" marL="6096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lexandria"/>
              <a:buChar char="▪"/>
            </a:pPr>
            <a:r>
              <a:rPr lang="en-US" sz="1900">
                <a:latin typeface="Alexandria"/>
                <a:ea typeface="Alexandria"/>
                <a:cs typeface="Alexandria"/>
                <a:sym typeface="Alexandria"/>
              </a:rPr>
              <a:t>Missing: Slow, don’t look realistic</a:t>
            </a:r>
            <a:endParaRPr sz="1900"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408" name="Google Shape;408;g3db988b6fde_0_0"/>
          <p:cNvSpPr txBox="1"/>
          <p:nvPr>
            <p:ph idx="1" type="body"/>
          </p:nvPr>
        </p:nvSpPr>
        <p:spPr>
          <a:xfrm>
            <a:off x="415600" y="4671367"/>
            <a:ext cx="6498000" cy="123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-US">
                <a:latin typeface="Alexandria"/>
                <a:ea typeface="Alexandria"/>
                <a:cs typeface="Alexandria"/>
                <a:sym typeface="Alexandria"/>
              </a:rPr>
              <a:t>FPV Cars</a:t>
            </a:r>
            <a:endParaRPr>
              <a:latin typeface="Alexandria"/>
              <a:ea typeface="Alexandria"/>
              <a:cs typeface="Alexandria"/>
              <a:sym typeface="Alexandria"/>
            </a:endParaRPr>
          </a:p>
          <a:p>
            <a:pPr indent="-425450" lvl="0" marL="6096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lexandria"/>
              <a:buChar char="▪"/>
            </a:pPr>
            <a:r>
              <a:rPr lang="en-US" sz="1900">
                <a:latin typeface="Alexandria"/>
                <a:ea typeface="Alexandria"/>
                <a:cs typeface="Alexandria"/>
                <a:sym typeface="Alexandria"/>
              </a:rPr>
              <a:t>Missing: No cockpit view, not traditional cars</a:t>
            </a:r>
            <a:endParaRPr sz="1900">
              <a:latin typeface="Alexandria"/>
              <a:ea typeface="Alexandria"/>
              <a:cs typeface="Alexandria"/>
              <a:sym typeface="Alexandria"/>
            </a:endParaRPr>
          </a:p>
        </p:txBody>
      </p:sp>
      <p:pic>
        <p:nvPicPr>
          <p:cNvPr id="409" name="Google Shape;409;g3db988b6fde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6011" y="3783333"/>
            <a:ext cx="1649824" cy="1237368"/>
          </a:xfrm>
          <a:prstGeom prst="rect">
            <a:avLst/>
          </a:prstGeom>
          <a:noFill/>
          <a:ln cap="flat" cmpd="sng" w="5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10" name="Google Shape;410;g3db988b6fde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79967" y="3783333"/>
            <a:ext cx="1649833" cy="1237383"/>
          </a:xfrm>
          <a:prstGeom prst="rect">
            <a:avLst/>
          </a:prstGeom>
          <a:noFill/>
          <a:ln cap="flat" cmpd="sng" w="5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11" name="Google Shape;411;g3db988b6fde_0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02610" y="5200358"/>
            <a:ext cx="1484839" cy="1237366"/>
          </a:xfrm>
          <a:prstGeom prst="rect">
            <a:avLst/>
          </a:prstGeom>
          <a:noFill/>
          <a:ln cap="flat" cmpd="sng" w="5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12" name="Google Shape;412;g3db988b6fde_0_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072610" y="5200367"/>
            <a:ext cx="1651949" cy="1237367"/>
          </a:xfrm>
          <a:prstGeom prst="rect">
            <a:avLst/>
          </a:prstGeom>
          <a:noFill/>
          <a:ln cap="flat" cmpd="sng" w="5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db988b6fde_0_6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SPD Block Diagram with a New Development Board (ESP32)</a:t>
            </a:r>
            <a:endParaRPr/>
          </a:p>
        </p:txBody>
      </p:sp>
      <p:pic>
        <p:nvPicPr>
          <p:cNvPr id="419" name="Google Shape;419;g3db988b6fde_0_63" title="Untitled drawing.png"/>
          <p:cNvPicPr preferRelativeResize="0"/>
          <p:nvPr/>
        </p:nvPicPr>
        <p:blipFill rotWithShape="1">
          <a:blip r:embed="rId3">
            <a:alphaModFix/>
          </a:blip>
          <a:srcRect b="40199" l="0" r="0" t="0"/>
          <a:stretch/>
        </p:blipFill>
        <p:spPr>
          <a:xfrm>
            <a:off x="60250" y="1194150"/>
            <a:ext cx="11716049" cy="5254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"/>
          <p:cNvSpPr txBox="1"/>
          <p:nvPr>
            <p:ph type="title"/>
          </p:nvPr>
        </p:nvSpPr>
        <p:spPr>
          <a:xfrm>
            <a:off x="609600" y="228600"/>
            <a:ext cx="10972800" cy="914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3200"/>
              <a:buFont typeface="Arial"/>
              <a:buNone/>
            </a:pPr>
            <a:r>
              <a:rPr lang="en-US"/>
              <a:t>Mechanical Drawing</a:t>
            </a:r>
            <a:endParaRPr/>
          </a:p>
        </p:txBody>
      </p:sp>
      <p:pic>
        <p:nvPicPr>
          <p:cNvPr id="425" name="Google Shape;425;p5" title="Copy of Untitled draw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2050" y="0"/>
            <a:ext cx="9031874" cy="677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iamond Grid 16x9">
  <a:themeElements>
    <a:clrScheme name="Custom 3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000000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DiamondGrid">
      <a:dk1>
        <a:srgbClr val="2D2E2D"/>
      </a:dk1>
      <a:lt1>
        <a:srgbClr val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2018-01-09T20:24:50Z</dcterms:created>
  <dc:creator>Erik Welsh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